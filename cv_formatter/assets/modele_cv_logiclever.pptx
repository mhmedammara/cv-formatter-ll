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0">
  <p:sldMasterIdLst>
    <p:sldMasterId id="2147483665" r:id="rId4"/>
  </p:sldMasterIdLst>
  <p:notesMasterIdLst>
    <p:notesMasterId r:id="rId5"/>
  </p:notesMasterIdLst>
  <p:sldIdLst>
    <p:sldId id="256" r:id="rId6"/>
  </p:sldIdLst>
  <p:sldSz cy="10440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8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88" orient="horz"/>
        <p:guide pos="2381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fe0658ba3_0_3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fe0658ba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 SEULE - COVER LIBRE">
  <p:cSld name="1_DISPO SEULE - COVER LIBR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title="LOGO_LOGICLEVER_SANS signature_RVB.png"/>
          <p:cNvPicPr preferRelativeResize="0"/>
          <p:nvPr/>
        </p:nvPicPr>
        <p:blipFill rotWithShape="1">
          <a:blip r:embed="rId2">
            <a:alphaModFix/>
          </a:blip>
          <a:srcRect b="42017" l="17957" r="19539" t="25583"/>
          <a:stretch/>
        </p:blipFill>
        <p:spPr>
          <a:xfrm>
            <a:off x="5677000" y="5635"/>
            <a:ext cx="1759201" cy="512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5625"/>
            <a:ext cx="4977900" cy="498300"/>
          </a:xfrm>
          <a:prstGeom prst="rect">
            <a:avLst/>
          </a:prstGeom>
          <a:gradFill>
            <a:gsLst>
              <a:gs pos="0">
                <a:srgbClr val="FF5D24">
                  <a:alpha val="0"/>
                </a:srgbClr>
              </a:gs>
              <a:gs pos="59000">
                <a:srgbClr val="FF5D24">
                  <a:alpha val="84706"/>
                </a:srgbClr>
              </a:gs>
              <a:gs pos="100000">
                <a:srgbClr val="FF5D24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38650" y="0"/>
            <a:ext cx="6477900" cy="10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None/>
              <a:defRPr b="1" i="0" sz="15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8649" y="2429434"/>
            <a:ext cx="6477900" cy="56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b="1" i="0" sz="1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"/>
              <a:buNone/>
              <a:defRPr b="0" i="0" sz="11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Char char="▪"/>
              <a:defRPr b="0" i="0" sz="9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Quicksand"/>
              <a:buChar char="—"/>
              <a:defRPr b="0" i="0" sz="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None/>
              <a:defRPr b="0" i="1" sz="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911862" y="9956875"/>
            <a:ext cx="1104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38649" y="9956877"/>
            <a:ext cx="22041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5">
          <p15:clr>
            <a:srgbClr val="F26B43"/>
          </p15:clr>
        </p15:guide>
        <p15:guide id="2" orient="horz" pos="181">
          <p15:clr>
            <a:srgbClr val="F26B43"/>
          </p15:clr>
        </p15:guide>
        <p15:guide id="3" orient="horz" pos="6360">
          <p15:clr>
            <a:srgbClr val="F26B43"/>
          </p15:clr>
        </p15:guide>
        <p15:guide id="4" pos="4687">
          <p15:clr>
            <a:srgbClr val="F26B43"/>
          </p15:clr>
        </p15:guide>
        <p15:guide id="5" pos="4491">
          <p15:clr>
            <a:srgbClr val="547EBF"/>
          </p15:clr>
        </p15:guide>
        <p15:guide id="6" pos="271">
          <p15:clr>
            <a:srgbClr val="547EBF"/>
          </p15:clr>
        </p15:guide>
        <p15:guide id="7" orient="horz" pos="664">
          <p15:clr>
            <a:srgbClr val="547EBF"/>
          </p15:clr>
        </p15:guide>
        <p15:guide id="8" orient="horz" pos="5913">
          <p15:clr>
            <a:srgbClr val="547EBF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4971475" y="2872800"/>
            <a:ext cx="23286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EXPERTISE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{{expertise}}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841400" y="541275"/>
            <a:ext cx="29838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700">
                <a:latin typeface="Lexend Medium"/>
                <a:ea typeface="Lexend Medium"/>
                <a:cs typeface="Lexend Medium"/>
                <a:sym typeface="Lexend Medium"/>
              </a:rPr>
              <a:t>{{nom}}</a:t>
            </a:r>
            <a:endParaRPr sz="37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971475" y="7258675"/>
            <a:ext cx="23286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Lexend SemiBold"/>
                <a:ea typeface="Lexend SemiBold"/>
                <a:cs typeface="Lexend SemiBold"/>
                <a:sym typeface="Lexend SemiBold"/>
              </a:rPr>
              <a:t>{{certifications}}</a:t>
            </a:r>
            <a:endParaRPr sz="1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971475" y="8682150"/>
            <a:ext cx="23286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Lexend SemiBold"/>
                <a:ea typeface="Lexend SemiBold"/>
                <a:cs typeface="Lexend SemiBold"/>
                <a:sym typeface="Lexend SemiBold"/>
              </a:rPr>
              <a:t>{{formation}}</a:t>
            </a:r>
            <a:endParaRPr sz="1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1983800" y="1914350"/>
            <a:ext cx="1920000" cy="3360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{{experience_label}}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" name="Google Shape;106;p19"/>
          <p:cNvGrpSpPr/>
          <p:nvPr/>
        </p:nvGrpSpPr>
        <p:grpSpPr>
          <a:xfrm>
            <a:off x="5079242" y="8268749"/>
            <a:ext cx="2328483" cy="413400"/>
            <a:chOff x="5079242" y="7313074"/>
            <a:chExt cx="2328483" cy="413400"/>
          </a:xfrm>
        </p:grpSpPr>
        <p:sp>
          <p:nvSpPr>
            <p:cNvPr id="107" name="Google Shape;107;p19"/>
            <p:cNvSpPr txBox="1"/>
            <p:nvPr/>
          </p:nvSpPr>
          <p:spPr>
            <a:xfrm>
              <a:off x="5455925" y="7313074"/>
              <a:ext cx="1951800" cy="4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fr" sz="1800">
                  <a:latin typeface="Lexend Medium"/>
                  <a:ea typeface="Lexend Medium"/>
                  <a:cs typeface="Lexend Medium"/>
                  <a:sym typeface="Lexend Medium"/>
                </a:rPr>
                <a:t>Formation</a:t>
              </a:r>
              <a:endParaRPr sz="18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</p:txBody>
        </p:sp>
        <p:grpSp>
          <p:nvGrpSpPr>
            <p:cNvPr id="108" name="Google Shape;108;p19"/>
            <p:cNvGrpSpPr/>
            <p:nvPr/>
          </p:nvGrpSpPr>
          <p:grpSpPr>
            <a:xfrm>
              <a:off x="5079242" y="7410370"/>
              <a:ext cx="280281" cy="276461"/>
              <a:chOff x="-1999591" y="778798"/>
              <a:chExt cx="1685395" cy="1663426"/>
            </a:xfrm>
          </p:grpSpPr>
          <p:sp>
            <p:nvSpPr>
              <p:cNvPr id="109" name="Google Shape;109;p19"/>
              <p:cNvSpPr/>
              <p:nvPr/>
            </p:nvSpPr>
            <p:spPr>
              <a:xfrm>
                <a:off x="-1764895" y="1544817"/>
                <a:ext cx="1228869" cy="533562"/>
              </a:xfrm>
              <a:custGeom>
                <a:rect b="b" l="l" r="r" t="t"/>
                <a:pathLst>
                  <a:path extrusionOk="0" h="4065" w="9074">
                    <a:moveTo>
                      <a:pt x="0" y="0"/>
                    </a:moveTo>
                    <a:lnTo>
                      <a:pt x="0" y="2017"/>
                    </a:lnTo>
                    <a:cubicBezTo>
                      <a:pt x="0" y="3529"/>
                      <a:pt x="2741" y="4065"/>
                      <a:pt x="4505" y="4065"/>
                    </a:cubicBezTo>
                    <a:cubicBezTo>
                      <a:pt x="6774" y="4065"/>
                      <a:pt x="9074" y="3371"/>
                      <a:pt x="9074" y="2017"/>
                    </a:cubicBezTo>
                    <a:lnTo>
                      <a:pt x="9074" y="0"/>
                    </a:lnTo>
                    <a:lnTo>
                      <a:pt x="5135" y="2237"/>
                    </a:lnTo>
                    <a:cubicBezTo>
                      <a:pt x="4953" y="2359"/>
                      <a:pt x="4748" y="2415"/>
                      <a:pt x="4546" y="2415"/>
                    </a:cubicBezTo>
                    <a:cubicBezTo>
                      <a:pt x="4330" y="2415"/>
                      <a:pt x="4117" y="2351"/>
                      <a:pt x="3938" y="2237"/>
                    </a:cubicBezTo>
                    <a:cubicBezTo>
                      <a:pt x="3623" y="2048"/>
                      <a:pt x="315" y="221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59000">
                    <a:srgbClr val="1F2ADE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9"/>
              <p:cNvSpPr/>
              <p:nvPr/>
            </p:nvSpPr>
            <p:spPr>
              <a:xfrm>
                <a:off x="-1999591" y="778798"/>
                <a:ext cx="1685395" cy="1663426"/>
              </a:xfrm>
              <a:custGeom>
                <a:rect b="b" l="l" r="r" t="t"/>
                <a:pathLst>
                  <a:path extrusionOk="0" h="12673" w="12445">
                    <a:moveTo>
                      <a:pt x="6254" y="0"/>
                    </a:moveTo>
                    <a:cubicBezTo>
                      <a:pt x="6183" y="0"/>
                      <a:pt x="6112" y="24"/>
                      <a:pt x="6049" y="71"/>
                    </a:cubicBezTo>
                    <a:lnTo>
                      <a:pt x="284" y="3379"/>
                    </a:lnTo>
                    <a:cubicBezTo>
                      <a:pt x="0" y="3537"/>
                      <a:pt x="0" y="3915"/>
                      <a:pt x="284" y="4072"/>
                    </a:cubicBezTo>
                    <a:lnTo>
                      <a:pt x="6049" y="7380"/>
                    </a:lnTo>
                    <a:cubicBezTo>
                      <a:pt x="6112" y="7427"/>
                      <a:pt x="6183" y="7451"/>
                      <a:pt x="6254" y="7451"/>
                    </a:cubicBezTo>
                    <a:cubicBezTo>
                      <a:pt x="6325" y="7451"/>
                      <a:pt x="6396" y="7427"/>
                      <a:pt x="6459" y="7380"/>
                    </a:cubicBezTo>
                    <a:cubicBezTo>
                      <a:pt x="11374" y="4545"/>
                      <a:pt x="11626" y="4419"/>
                      <a:pt x="11626" y="4419"/>
                    </a:cubicBezTo>
                    <a:lnTo>
                      <a:pt x="11626" y="12263"/>
                    </a:lnTo>
                    <a:cubicBezTo>
                      <a:pt x="11657" y="12515"/>
                      <a:pt x="11846" y="12673"/>
                      <a:pt x="12035" y="12673"/>
                    </a:cubicBezTo>
                    <a:cubicBezTo>
                      <a:pt x="12287" y="12673"/>
                      <a:pt x="12445" y="12452"/>
                      <a:pt x="12445" y="12263"/>
                    </a:cubicBezTo>
                    <a:lnTo>
                      <a:pt x="12445" y="3726"/>
                    </a:lnTo>
                    <a:cubicBezTo>
                      <a:pt x="12445" y="3568"/>
                      <a:pt x="12319" y="3411"/>
                      <a:pt x="12256" y="3379"/>
                    </a:cubicBezTo>
                    <a:lnTo>
                      <a:pt x="6459" y="71"/>
                    </a:lnTo>
                    <a:cubicBezTo>
                      <a:pt x="6396" y="24"/>
                      <a:pt x="6325" y="0"/>
                      <a:pt x="625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19"/>
          <p:cNvGrpSpPr/>
          <p:nvPr/>
        </p:nvGrpSpPr>
        <p:grpSpPr>
          <a:xfrm>
            <a:off x="488483" y="2495110"/>
            <a:ext cx="2768793" cy="413400"/>
            <a:chOff x="488483" y="2495110"/>
            <a:chExt cx="2768793" cy="413400"/>
          </a:xfrm>
        </p:grpSpPr>
        <p:sp>
          <p:nvSpPr>
            <p:cNvPr id="112" name="Google Shape;112;p19"/>
            <p:cNvSpPr txBox="1"/>
            <p:nvPr/>
          </p:nvSpPr>
          <p:spPr>
            <a:xfrm>
              <a:off x="935275" y="2495110"/>
              <a:ext cx="2322000" cy="4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fr" sz="1800">
                  <a:solidFill>
                    <a:schemeClr val="dk1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Expériences</a:t>
              </a:r>
              <a:endParaRPr sz="1800">
                <a:latin typeface="Lexend Medium"/>
                <a:ea typeface="Lexend Medium"/>
                <a:cs typeface="Lexend Medium"/>
                <a:sym typeface="Lexend Medium"/>
              </a:endParaRPr>
            </a:p>
          </p:txBody>
        </p:sp>
        <p:grpSp>
          <p:nvGrpSpPr>
            <p:cNvPr id="113" name="Google Shape;113;p19"/>
            <p:cNvGrpSpPr/>
            <p:nvPr/>
          </p:nvGrpSpPr>
          <p:grpSpPr>
            <a:xfrm>
              <a:off x="488483" y="2591706"/>
              <a:ext cx="280285" cy="278014"/>
              <a:chOff x="-4837325" y="3612425"/>
              <a:chExt cx="293800" cy="291450"/>
            </a:xfrm>
          </p:grpSpPr>
          <p:sp>
            <p:nvSpPr>
              <p:cNvPr id="114" name="Google Shape;114;p19"/>
              <p:cNvSpPr/>
              <p:nvPr/>
            </p:nvSpPr>
            <p:spPr>
              <a:xfrm>
                <a:off x="-4836550" y="3612425"/>
                <a:ext cx="293025" cy="170925"/>
              </a:xfrm>
              <a:custGeom>
                <a:rect b="b" l="l" r="r" t="t"/>
                <a:pathLst>
                  <a:path extrusionOk="0" h="6837" w="11721">
                    <a:moveTo>
                      <a:pt x="6837" y="2017"/>
                    </a:moveTo>
                    <a:lnTo>
                      <a:pt x="6837" y="2741"/>
                    </a:lnTo>
                    <a:lnTo>
                      <a:pt x="4789" y="2741"/>
                    </a:lnTo>
                    <a:lnTo>
                      <a:pt x="4789" y="2017"/>
                    </a:lnTo>
                    <a:close/>
                    <a:moveTo>
                      <a:pt x="4411" y="0"/>
                    </a:moveTo>
                    <a:cubicBezTo>
                      <a:pt x="3466" y="0"/>
                      <a:pt x="2741" y="725"/>
                      <a:pt x="2741" y="1702"/>
                    </a:cubicBezTo>
                    <a:lnTo>
                      <a:pt x="2741" y="2741"/>
                    </a:lnTo>
                    <a:lnTo>
                      <a:pt x="1166" y="2741"/>
                    </a:lnTo>
                    <a:cubicBezTo>
                      <a:pt x="536" y="2741"/>
                      <a:pt x="1" y="3277"/>
                      <a:pt x="1" y="3875"/>
                    </a:cubicBezTo>
                    <a:lnTo>
                      <a:pt x="1" y="4254"/>
                    </a:lnTo>
                    <a:cubicBezTo>
                      <a:pt x="1513" y="5860"/>
                      <a:pt x="3592" y="6837"/>
                      <a:pt x="5829" y="6837"/>
                    </a:cubicBezTo>
                    <a:cubicBezTo>
                      <a:pt x="8097" y="6837"/>
                      <a:pt x="10208" y="5892"/>
                      <a:pt x="11720" y="4254"/>
                    </a:cubicBezTo>
                    <a:lnTo>
                      <a:pt x="11720" y="3718"/>
                    </a:lnTo>
                    <a:cubicBezTo>
                      <a:pt x="11657" y="3214"/>
                      <a:pt x="11185" y="2741"/>
                      <a:pt x="10649" y="2741"/>
                    </a:cubicBezTo>
                    <a:lnTo>
                      <a:pt x="8885" y="2741"/>
                    </a:lnTo>
                    <a:lnTo>
                      <a:pt x="8885" y="1702"/>
                    </a:lnTo>
                    <a:cubicBezTo>
                      <a:pt x="8885" y="756"/>
                      <a:pt x="8129" y="0"/>
                      <a:pt x="7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9"/>
              <p:cNvSpPr/>
              <p:nvPr/>
            </p:nvSpPr>
            <p:spPr>
              <a:xfrm>
                <a:off x="-4837325" y="3743950"/>
                <a:ext cx="291425" cy="159925"/>
              </a:xfrm>
              <a:custGeom>
                <a:rect b="b" l="l" r="r" t="t"/>
                <a:pathLst>
                  <a:path extrusionOk="0" h="6397" w="11657">
                    <a:moveTo>
                      <a:pt x="11657" y="1"/>
                    </a:moveTo>
                    <a:cubicBezTo>
                      <a:pt x="10523" y="1072"/>
                      <a:pt x="9073" y="1828"/>
                      <a:pt x="7530" y="2143"/>
                    </a:cubicBezTo>
                    <a:lnTo>
                      <a:pt x="7530" y="2647"/>
                    </a:lnTo>
                    <a:cubicBezTo>
                      <a:pt x="7530" y="3214"/>
                      <a:pt x="7057" y="3687"/>
                      <a:pt x="6490" y="3687"/>
                    </a:cubicBezTo>
                    <a:lnTo>
                      <a:pt x="5135" y="3687"/>
                    </a:lnTo>
                    <a:cubicBezTo>
                      <a:pt x="4568" y="3687"/>
                      <a:pt x="4096" y="3214"/>
                      <a:pt x="4096" y="2647"/>
                    </a:cubicBezTo>
                    <a:lnTo>
                      <a:pt x="4096" y="2143"/>
                    </a:lnTo>
                    <a:cubicBezTo>
                      <a:pt x="2552" y="1828"/>
                      <a:pt x="1134" y="1103"/>
                      <a:pt x="0" y="64"/>
                    </a:cubicBezTo>
                    <a:lnTo>
                      <a:pt x="0" y="4695"/>
                    </a:lnTo>
                    <a:cubicBezTo>
                      <a:pt x="0" y="5640"/>
                      <a:pt x="756" y="6396"/>
                      <a:pt x="1701" y="6396"/>
                    </a:cubicBezTo>
                    <a:lnTo>
                      <a:pt x="9956" y="6396"/>
                    </a:lnTo>
                    <a:cubicBezTo>
                      <a:pt x="10901" y="6396"/>
                      <a:pt x="11657" y="5640"/>
                      <a:pt x="11657" y="4695"/>
                    </a:cubicBezTo>
                    <a:lnTo>
                      <a:pt x="1165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59000">
                    <a:srgbClr val="1F2ADE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>
                <a:off x="-4716825" y="3799075"/>
                <a:ext cx="51225" cy="18950"/>
              </a:xfrm>
              <a:custGeom>
                <a:rect b="b" l="l" r="r" t="t"/>
                <a:pathLst>
                  <a:path extrusionOk="0" h="758" w="2049">
                    <a:moveTo>
                      <a:pt x="0" y="1"/>
                    </a:moveTo>
                    <a:lnTo>
                      <a:pt x="0" y="411"/>
                    </a:lnTo>
                    <a:cubicBezTo>
                      <a:pt x="0" y="600"/>
                      <a:pt x="158" y="757"/>
                      <a:pt x="347" y="757"/>
                    </a:cubicBezTo>
                    <a:lnTo>
                      <a:pt x="1670" y="757"/>
                    </a:lnTo>
                    <a:cubicBezTo>
                      <a:pt x="1891" y="757"/>
                      <a:pt x="2048" y="600"/>
                      <a:pt x="2048" y="411"/>
                    </a:cubicBezTo>
                    <a:lnTo>
                      <a:pt x="2048" y="1"/>
                    </a:lnTo>
                    <a:cubicBezTo>
                      <a:pt x="1686" y="48"/>
                      <a:pt x="1347" y="72"/>
                      <a:pt x="1012" y="72"/>
                    </a:cubicBezTo>
                    <a:cubicBezTo>
                      <a:pt x="678" y="72"/>
                      <a:pt x="347" y="48"/>
                      <a:pt x="0" y="1"/>
                    </a:cubicBezTo>
                    <a:close/>
                  </a:path>
                </a:pathLst>
              </a:custGeom>
              <a:solidFill>
                <a:srgbClr val="1F2AD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7" name="Google Shape;117;p19"/>
          <p:cNvGrpSpPr/>
          <p:nvPr/>
        </p:nvGrpSpPr>
        <p:grpSpPr>
          <a:xfrm>
            <a:off x="5104998" y="1038730"/>
            <a:ext cx="170277" cy="109788"/>
            <a:chOff x="1492675" y="1520750"/>
            <a:chExt cx="481825" cy="310575"/>
          </a:xfrm>
        </p:grpSpPr>
        <p:sp>
          <p:nvSpPr>
            <p:cNvPr id="118" name="Google Shape;118;p19"/>
            <p:cNvSpPr/>
            <p:nvPr/>
          </p:nvSpPr>
          <p:spPr>
            <a:xfrm>
              <a:off x="1492675" y="1540400"/>
              <a:ext cx="481825" cy="290925"/>
            </a:xfrm>
            <a:custGeom>
              <a:rect b="b" l="l" r="r" t="t"/>
              <a:pathLst>
                <a:path extrusionOk="0" h="11637" w="19273">
                  <a:moveTo>
                    <a:pt x="266" y="1"/>
                  </a:moveTo>
                  <a:cubicBezTo>
                    <a:pt x="91" y="272"/>
                    <a:pt x="1" y="585"/>
                    <a:pt x="1" y="907"/>
                  </a:cubicBezTo>
                  <a:lnTo>
                    <a:pt x="1" y="9941"/>
                  </a:lnTo>
                  <a:cubicBezTo>
                    <a:pt x="1" y="10877"/>
                    <a:pt x="757" y="11633"/>
                    <a:pt x="1693" y="11636"/>
                  </a:cubicBezTo>
                  <a:lnTo>
                    <a:pt x="17577" y="11636"/>
                  </a:lnTo>
                  <a:cubicBezTo>
                    <a:pt x="18514" y="11633"/>
                    <a:pt x="19270" y="10877"/>
                    <a:pt x="19273" y="9941"/>
                  </a:cubicBezTo>
                  <a:lnTo>
                    <a:pt x="19273" y="907"/>
                  </a:lnTo>
                  <a:cubicBezTo>
                    <a:pt x="19270" y="585"/>
                    <a:pt x="19176" y="272"/>
                    <a:pt x="19005" y="1"/>
                  </a:cubicBezTo>
                  <a:lnTo>
                    <a:pt x="9974" y="7005"/>
                  </a:lnTo>
                  <a:cubicBezTo>
                    <a:pt x="9873" y="7080"/>
                    <a:pt x="9754" y="7118"/>
                    <a:pt x="9635" y="7118"/>
                  </a:cubicBezTo>
                  <a:cubicBezTo>
                    <a:pt x="9516" y="7118"/>
                    <a:pt x="9397" y="7080"/>
                    <a:pt x="9296" y="7005"/>
                  </a:cubicBezTo>
                  <a:lnTo>
                    <a:pt x="26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1522575" y="1520750"/>
              <a:ext cx="421975" cy="165800"/>
            </a:xfrm>
            <a:custGeom>
              <a:rect b="b" l="l" r="r" t="t"/>
              <a:pathLst>
                <a:path extrusionOk="0" h="6632" w="16879">
                  <a:moveTo>
                    <a:pt x="497" y="1"/>
                  </a:moveTo>
                  <a:cubicBezTo>
                    <a:pt x="328" y="1"/>
                    <a:pt x="160" y="31"/>
                    <a:pt x="0" y="82"/>
                  </a:cubicBezTo>
                  <a:lnTo>
                    <a:pt x="8441" y="6631"/>
                  </a:lnTo>
                  <a:lnTo>
                    <a:pt x="16878" y="82"/>
                  </a:lnTo>
                  <a:cubicBezTo>
                    <a:pt x="16719" y="31"/>
                    <a:pt x="16550" y="1"/>
                    <a:pt x="1638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0" name="Google Shape;120;p19"/>
          <p:cNvSpPr/>
          <p:nvPr/>
        </p:nvSpPr>
        <p:spPr>
          <a:xfrm flipH="1">
            <a:off x="5101612" y="1579940"/>
            <a:ext cx="127041" cy="186949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9000">
                <a:srgbClr val="FF5D24">
                  <a:alpha val="84706"/>
                </a:srgbClr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9"/>
          <p:cNvGrpSpPr/>
          <p:nvPr/>
        </p:nvGrpSpPr>
        <p:grpSpPr>
          <a:xfrm>
            <a:off x="5101609" y="1897429"/>
            <a:ext cx="170256" cy="170256"/>
            <a:chOff x="1379798" y="1723250"/>
            <a:chExt cx="397887" cy="397887"/>
          </a:xfrm>
        </p:grpSpPr>
        <p:sp>
          <p:nvSpPr>
            <p:cNvPr id="122" name="Google Shape;122;p19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" name="Google Shape;126;p19"/>
          <p:cNvGrpSpPr/>
          <p:nvPr/>
        </p:nvGrpSpPr>
        <p:grpSpPr>
          <a:xfrm>
            <a:off x="5101693" y="1279058"/>
            <a:ext cx="176891" cy="170343"/>
            <a:chOff x="2071000" y="1435025"/>
            <a:chExt cx="500400" cy="481875"/>
          </a:xfrm>
        </p:grpSpPr>
        <p:sp>
          <p:nvSpPr>
            <p:cNvPr id="127" name="Google Shape;127;p19"/>
            <p:cNvSpPr/>
            <p:nvPr/>
          </p:nvSpPr>
          <p:spPr>
            <a:xfrm>
              <a:off x="2425125" y="1718700"/>
              <a:ext cx="146275" cy="141750"/>
            </a:xfrm>
            <a:custGeom>
              <a:rect b="b" l="l" r="r" t="t"/>
              <a:pathLst>
                <a:path extrusionOk="0" h="5670" w="5851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071000" y="1477850"/>
              <a:ext cx="453125" cy="439050"/>
            </a:xfrm>
            <a:custGeom>
              <a:rect b="b" l="l" r="r" t="t"/>
              <a:pathLst>
                <a:path extrusionOk="0" h="17562" w="18125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2141600" y="1435025"/>
              <a:ext cx="146300" cy="141850"/>
            </a:xfrm>
            <a:custGeom>
              <a:rect b="b" l="l" r="r" t="t"/>
              <a:pathLst>
                <a:path extrusionOk="0" h="5674" w="5852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9000">
                  <a:srgbClr val="FF5D24">
                    <a:alpha val="84706"/>
                  </a:srgbClr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30" name="Google Shape;130;p19"/>
          <p:cNvSpPr txBox="1"/>
          <p:nvPr/>
        </p:nvSpPr>
        <p:spPr>
          <a:xfrm>
            <a:off x="5438525" y="1287692"/>
            <a:ext cx="13590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{{telephone}}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438525" y="977950"/>
            <a:ext cx="21738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{{email}}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438525" y="1597446"/>
            <a:ext cx="1672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{{localisation}}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438525" y="1907200"/>
            <a:ext cx="1672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{{linkedin}}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" name="Google Shape;134;p19"/>
          <p:cNvGrpSpPr/>
          <p:nvPr/>
        </p:nvGrpSpPr>
        <p:grpSpPr>
          <a:xfrm>
            <a:off x="5079242" y="6845274"/>
            <a:ext cx="2218383" cy="413400"/>
            <a:chOff x="5079242" y="4483074"/>
            <a:chExt cx="2218383" cy="413400"/>
          </a:xfrm>
        </p:grpSpPr>
        <p:sp>
          <p:nvSpPr>
            <p:cNvPr id="135" name="Google Shape;135;p19"/>
            <p:cNvSpPr txBox="1"/>
            <p:nvPr/>
          </p:nvSpPr>
          <p:spPr>
            <a:xfrm>
              <a:off x="5455925" y="4483074"/>
              <a:ext cx="1841700" cy="4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fr" sz="1800">
                  <a:solidFill>
                    <a:srgbClr val="000000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Certifications</a:t>
              </a:r>
              <a:endParaRPr sz="18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</p:txBody>
        </p:sp>
        <p:grpSp>
          <p:nvGrpSpPr>
            <p:cNvPr id="136" name="Google Shape;136;p19"/>
            <p:cNvGrpSpPr/>
            <p:nvPr/>
          </p:nvGrpSpPr>
          <p:grpSpPr>
            <a:xfrm>
              <a:off x="5079242" y="4583629"/>
              <a:ext cx="280281" cy="270303"/>
              <a:chOff x="5005749" y="2592465"/>
              <a:chExt cx="368791" cy="355661"/>
            </a:xfrm>
          </p:grpSpPr>
          <p:sp>
            <p:nvSpPr>
              <p:cNvPr id="137" name="Google Shape;137;p19"/>
              <p:cNvSpPr/>
              <p:nvPr/>
            </p:nvSpPr>
            <p:spPr>
              <a:xfrm>
                <a:off x="5082439" y="2739324"/>
                <a:ext cx="216338" cy="208803"/>
              </a:xfrm>
              <a:custGeom>
                <a:rect b="b" l="l" r="r" t="t"/>
                <a:pathLst>
                  <a:path extrusionOk="0" h="7436" w="7467">
                    <a:moveTo>
                      <a:pt x="3686" y="1465"/>
                    </a:moveTo>
                    <a:cubicBezTo>
                      <a:pt x="3836" y="1465"/>
                      <a:pt x="3985" y="1544"/>
                      <a:pt x="4064" y="1702"/>
                    </a:cubicBezTo>
                    <a:lnTo>
                      <a:pt x="4537" y="2678"/>
                    </a:lnTo>
                    <a:lnTo>
                      <a:pt x="5608" y="2836"/>
                    </a:lnTo>
                    <a:cubicBezTo>
                      <a:pt x="5955" y="2867"/>
                      <a:pt x="6081" y="3308"/>
                      <a:pt x="5829" y="3561"/>
                    </a:cubicBezTo>
                    <a:lnTo>
                      <a:pt x="5041" y="4285"/>
                    </a:lnTo>
                    <a:lnTo>
                      <a:pt x="5261" y="5356"/>
                    </a:lnTo>
                    <a:cubicBezTo>
                      <a:pt x="5286" y="5630"/>
                      <a:pt x="5075" y="5845"/>
                      <a:pt x="4845" y="5845"/>
                    </a:cubicBezTo>
                    <a:cubicBezTo>
                      <a:pt x="4784" y="5845"/>
                      <a:pt x="4722" y="5830"/>
                      <a:pt x="4663" y="5797"/>
                    </a:cubicBezTo>
                    <a:lnTo>
                      <a:pt x="3686" y="5262"/>
                    </a:lnTo>
                    <a:lnTo>
                      <a:pt x="2678" y="5797"/>
                    </a:lnTo>
                    <a:cubicBezTo>
                      <a:pt x="2616" y="5828"/>
                      <a:pt x="2553" y="5842"/>
                      <a:pt x="2492" y="5842"/>
                    </a:cubicBezTo>
                    <a:cubicBezTo>
                      <a:pt x="2244" y="5842"/>
                      <a:pt x="2035" y="5609"/>
                      <a:pt x="2111" y="5356"/>
                    </a:cubicBezTo>
                    <a:lnTo>
                      <a:pt x="2300" y="4285"/>
                    </a:lnTo>
                    <a:lnTo>
                      <a:pt x="1512" y="3561"/>
                    </a:lnTo>
                    <a:cubicBezTo>
                      <a:pt x="1323" y="3308"/>
                      <a:pt x="1418" y="2867"/>
                      <a:pt x="1796" y="2836"/>
                    </a:cubicBezTo>
                    <a:lnTo>
                      <a:pt x="2836" y="2678"/>
                    </a:lnTo>
                    <a:lnTo>
                      <a:pt x="3308" y="1702"/>
                    </a:lnTo>
                    <a:cubicBezTo>
                      <a:pt x="3387" y="1544"/>
                      <a:pt x="3537" y="1465"/>
                      <a:pt x="3686" y="1465"/>
                    </a:cubicBezTo>
                    <a:close/>
                    <a:moveTo>
                      <a:pt x="3718" y="0"/>
                    </a:moveTo>
                    <a:cubicBezTo>
                      <a:pt x="1670" y="0"/>
                      <a:pt x="32" y="1670"/>
                      <a:pt x="32" y="3750"/>
                    </a:cubicBezTo>
                    <a:cubicBezTo>
                      <a:pt x="0" y="5766"/>
                      <a:pt x="1670" y="7436"/>
                      <a:pt x="3718" y="7436"/>
                    </a:cubicBezTo>
                    <a:cubicBezTo>
                      <a:pt x="5765" y="7436"/>
                      <a:pt x="7404" y="5797"/>
                      <a:pt x="7467" y="3750"/>
                    </a:cubicBezTo>
                    <a:cubicBezTo>
                      <a:pt x="7467" y="1702"/>
                      <a:pt x="5797" y="32"/>
                      <a:pt x="371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9000">
                    <a:srgbClr val="FF5D24">
                      <a:alpha val="84706"/>
                    </a:srgbClr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9"/>
              <p:cNvSpPr/>
              <p:nvPr/>
            </p:nvSpPr>
            <p:spPr>
              <a:xfrm>
                <a:off x="5199256" y="2594571"/>
                <a:ext cx="175284" cy="166009"/>
              </a:xfrm>
              <a:custGeom>
                <a:rect b="b" l="l" r="r" t="t"/>
                <a:pathLst>
                  <a:path extrusionOk="0" h="5912" w="6050">
                    <a:moveTo>
                      <a:pt x="3829" y="0"/>
                    </a:moveTo>
                    <a:cubicBezTo>
                      <a:pt x="3706" y="0"/>
                      <a:pt x="3580" y="47"/>
                      <a:pt x="3498" y="146"/>
                    </a:cubicBezTo>
                    <a:lnTo>
                      <a:pt x="1" y="4336"/>
                    </a:lnTo>
                    <a:cubicBezTo>
                      <a:pt x="1229" y="4399"/>
                      <a:pt x="2332" y="4998"/>
                      <a:pt x="3088" y="5912"/>
                    </a:cubicBezTo>
                    <a:lnTo>
                      <a:pt x="5861" y="2446"/>
                    </a:lnTo>
                    <a:cubicBezTo>
                      <a:pt x="6050" y="2289"/>
                      <a:pt x="6050" y="2037"/>
                      <a:pt x="5924" y="1879"/>
                    </a:cubicBezTo>
                    <a:lnTo>
                      <a:pt x="4128" y="115"/>
                    </a:lnTo>
                    <a:cubicBezTo>
                      <a:pt x="4053" y="40"/>
                      <a:pt x="3942" y="0"/>
                      <a:pt x="38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9"/>
              <p:cNvSpPr/>
              <p:nvPr/>
            </p:nvSpPr>
            <p:spPr>
              <a:xfrm>
                <a:off x="5104342" y="2592465"/>
                <a:ext cx="171633" cy="100891"/>
              </a:xfrm>
              <a:custGeom>
                <a:rect b="b" l="l" r="r" t="t"/>
                <a:pathLst>
                  <a:path extrusionOk="0" h="3593" w="5924">
                    <a:moveTo>
                      <a:pt x="0" y="1"/>
                    </a:moveTo>
                    <a:lnTo>
                      <a:pt x="2962" y="3592"/>
                    </a:lnTo>
                    <a:lnTo>
                      <a:pt x="59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5005749" y="2594571"/>
                <a:ext cx="172531" cy="165138"/>
              </a:xfrm>
              <a:custGeom>
                <a:rect b="b" l="l" r="r" t="t"/>
                <a:pathLst>
                  <a:path extrusionOk="0" h="5881" w="5955">
                    <a:moveTo>
                      <a:pt x="2194" y="0"/>
                    </a:moveTo>
                    <a:cubicBezTo>
                      <a:pt x="2084" y="0"/>
                      <a:pt x="1965" y="40"/>
                      <a:pt x="1859" y="115"/>
                    </a:cubicBezTo>
                    <a:lnTo>
                      <a:pt x="95" y="1879"/>
                    </a:lnTo>
                    <a:cubicBezTo>
                      <a:pt x="1" y="2037"/>
                      <a:pt x="1" y="2289"/>
                      <a:pt x="95" y="2446"/>
                    </a:cubicBezTo>
                    <a:lnTo>
                      <a:pt x="2899" y="5880"/>
                    </a:lnTo>
                    <a:cubicBezTo>
                      <a:pt x="3655" y="4998"/>
                      <a:pt x="4758" y="4399"/>
                      <a:pt x="5955" y="4305"/>
                    </a:cubicBezTo>
                    <a:lnTo>
                      <a:pt x="2490" y="146"/>
                    </a:lnTo>
                    <a:cubicBezTo>
                      <a:pt x="2424" y="47"/>
                      <a:pt x="2315" y="0"/>
                      <a:pt x="21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1" name="Google Shape;141;p19"/>
          <p:cNvGrpSpPr/>
          <p:nvPr/>
        </p:nvGrpSpPr>
        <p:grpSpPr>
          <a:xfrm>
            <a:off x="5079242" y="2495100"/>
            <a:ext cx="2173683" cy="413400"/>
            <a:chOff x="5079242" y="2495100"/>
            <a:chExt cx="2173683" cy="413400"/>
          </a:xfrm>
        </p:grpSpPr>
        <p:sp>
          <p:nvSpPr>
            <p:cNvPr id="142" name="Google Shape;142;p19"/>
            <p:cNvSpPr txBox="1"/>
            <p:nvPr/>
          </p:nvSpPr>
          <p:spPr>
            <a:xfrm>
              <a:off x="5455925" y="2495100"/>
              <a:ext cx="1797000" cy="4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fr" sz="1800">
                  <a:latin typeface="Lexend Medium"/>
                  <a:ea typeface="Lexend Medium"/>
                  <a:cs typeface="Lexend Medium"/>
                  <a:sym typeface="Lexend Medium"/>
                </a:rPr>
                <a:t>Compétences</a:t>
              </a:r>
              <a:endParaRPr sz="18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</p:txBody>
        </p:sp>
        <p:grpSp>
          <p:nvGrpSpPr>
            <p:cNvPr id="143" name="Google Shape;143;p19"/>
            <p:cNvGrpSpPr/>
            <p:nvPr/>
          </p:nvGrpSpPr>
          <p:grpSpPr>
            <a:xfrm>
              <a:off x="5079242" y="2591706"/>
              <a:ext cx="270346" cy="270304"/>
              <a:chOff x="5163224" y="2672644"/>
              <a:chExt cx="270346" cy="270304"/>
            </a:xfrm>
          </p:grpSpPr>
          <p:sp>
            <p:nvSpPr>
              <p:cNvPr id="144" name="Google Shape;144;p19"/>
              <p:cNvSpPr/>
              <p:nvPr/>
            </p:nvSpPr>
            <p:spPr>
              <a:xfrm>
                <a:off x="5163224" y="2672644"/>
                <a:ext cx="270346" cy="270304"/>
              </a:xfrm>
              <a:custGeom>
                <a:rect b="b" l="l" r="r" t="t"/>
                <a:pathLst>
                  <a:path extrusionOk="0" h="19273" w="19276">
                    <a:moveTo>
                      <a:pt x="9600" y="4592"/>
                    </a:moveTo>
                    <a:cubicBezTo>
                      <a:pt x="12403" y="4592"/>
                      <a:pt x="14683" y="6872"/>
                      <a:pt x="14683" y="9675"/>
                    </a:cubicBezTo>
                    <a:cubicBezTo>
                      <a:pt x="14683" y="12476"/>
                      <a:pt x="12403" y="14755"/>
                      <a:pt x="9600" y="14755"/>
                    </a:cubicBezTo>
                    <a:cubicBezTo>
                      <a:pt x="6799" y="14755"/>
                      <a:pt x="4520" y="12476"/>
                      <a:pt x="4520" y="9675"/>
                    </a:cubicBezTo>
                    <a:cubicBezTo>
                      <a:pt x="4520" y="6872"/>
                      <a:pt x="6799" y="4592"/>
                      <a:pt x="9600" y="4592"/>
                    </a:cubicBezTo>
                    <a:close/>
                    <a:moveTo>
                      <a:pt x="8471" y="0"/>
                    </a:moveTo>
                    <a:cubicBezTo>
                      <a:pt x="8212" y="0"/>
                      <a:pt x="7986" y="175"/>
                      <a:pt x="7923" y="428"/>
                    </a:cubicBezTo>
                    <a:lnTo>
                      <a:pt x="7691" y="1427"/>
                    </a:lnTo>
                    <a:cubicBezTo>
                      <a:pt x="6778" y="1635"/>
                      <a:pt x="5908" y="1993"/>
                      <a:pt x="5116" y="2490"/>
                    </a:cubicBezTo>
                    <a:lnTo>
                      <a:pt x="4300" y="2002"/>
                    </a:lnTo>
                    <a:cubicBezTo>
                      <a:pt x="4210" y="1949"/>
                      <a:pt x="4110" y="1922"/>
                      <a:pt x="4010" y="1922"/>
                    </a:cubicBezTo>
                    <a:cubicBezTo>
                      <a:pt x="3864" y="1922"/>
                      <a:pt x="3719" y="1978"/>
                      <a:pt x="3611" y="2087"/>
                    </a:cubicBezTo>
                    <a:lnTo>
                      <a:pt x="2015" y="3683"/>
                    </a:lnTo>
                    <a:cubicBezTo>
                      <a:pt x="1831" y="3866"/>
                      <a:pt x="1798" y="4153"/>
                      <a:pt x="1930" y="4372"/>
                    </a:cubicBezTo>
                    <a:lnTo>
                      <a:pt x="2418" y="5188"/>
                    </a:lnTo>
                    <a:cubicBezTo>
                      <a:pt x="1921" y="5980"/>
                      <a:pt x="1563" y="6851"/>
                      <a:pt x="1355" y="7766"/>
                    </a:cubicBezTo>
                    <a:lnTo>
                      <a:pt x="431" y="7995"/>
                    </a:lnTo>
                    <a:cubicBezTo>
                      <a:pt x="178" y="8058"/>
                      <a:pt x="0" y="8284"/>
                      <a:pt x="3" y="8546"/>
                    </a:cubicBezTo>
                    <a:lnTo>
                      <a:pt x="3" y="10804"/>
                    </a:lnTo>
                    <a:cubicBezTo>
                      <a:pt x="0" y="11060"/>
                      <a:pt x="178" y="11286"/>
                      <a:pt x="428" y="11349"/>
                    </a:cubicBezTo>
                    <a:lnTo>
                      <a:pt x="1352" y="11581"/>
                    </a:lnTo>
                    <a:cubicBezTo>
                      <a:pt x="1560" y="12494"/>
                      <a:pt x="1921" y="13364"/>
                      <a:pt x="2418" y="14159"/>
                    </a:cubicBezTo>
                    <a:lnTo>
                      <a:pt x="1927" y="14972"/>
                    </a:lnTo>
                    <a:cubicBezTo>
                      <a:pt x="1795" y="15195"/>
                      <a:pt x="1831" y="15478"/>
                      <a:pt x="2012" y="15662"/>
                    </a:cubicBezTo>
                    <a:lnTo>
                      <a:pt x="3611" y="17261"/>
                    </a:lnTo>
                    <a:cubicBezTo>
                      <a:pt x="3720" y="17368"/>
                      <a:pt x="3864" y="17424"/>
                      <a:pt x="4011" y="17424"/>
                    </a:cubicBezTo>
                    <a:cubicBezTo>
                      <a:pt x="4110" y="17424"/>
                      <a:pt x="4210" y="17398"/>
                      <a:pt x="4300" y="17345"/>
                    </a:cubicBezTo>
                    <a:lnTo>
                      <a:pt x="5113" y="16854"/>
                    </a:lnTo>
                    <a:cubicBezTo>
                      <a:pt x="5908" y="17351"/>
                      <a:pt x="6778" y="17712"/>
                      <a:pt x="7691" y="17920"/>
                    </a:cubicBezTo>
                    <a:lnTo>
                      <a:pt x="7923" y="18844"/>
                    </a:lnTo>
                    <a:cubicBezTo>
                      <a:pt x="7983" y="19094"/>
                      <a:pt x="8212" y="19272"/>
                      <a:pt x="8471" y="19272"/>
                    </a:cubicBezTo>
                    <a:lnTo>
                      <a:pt x="10729" y="19272"/>
                    </a:lnTo>
                    <a:cubicBezTo>
                      <a:pt x="10988" y="19272"/>
                      <a:pt x="11214" y="19097"/>
                      <a:pt x="11277" y="18844"/>
                    </a:cubicBezTo>
                    <a:lnTo>
                      <a:pt x="11509" y="17920"/>
                    </a:lnTo>
                    <a:cubicBezTo>
                      <a:pt x="12421" y="17712"/>
                      <a:pt x="13292" y="17354"/>
                      <a:pt x="14084" y="16857"/>
                    </a:cubicBezTo>
                    <a:lnTo>
                      <a:pt x="14900" y="17345"/>
                    </a:lnTo>
                    <a:cubicBezTo>
                      <a:pt x="14989" y="17399"/>
                      <a:pt x="15090" y="17425"/>
                      <a:pt x="15190" y="17425"/>
                    </a:cubicBezTo>
                    <a:cubicBezTo>
                      <a:pt x="15336" y="17425"/>
                      <a:pt x="15480" y="17369"/>
                      <a:pt x="15589" y="17261"/>
                    </a:cubicBezTo>
                    <a:lnTo>
                      <a:pt x="17185" y="15665"/>
                    </a:lnTo>
                    <a:cubicBezTo>
                      <a:pt x="17369" y="15481"/>
                      <a:pt x="17402" y="15195"/>
                      <a:pt x="17270" y="14975"/>
                    </a:cubicBezTo>
                    <a:lnTo>
                      <a:pt x="16782" y="14159"/>
                    </a:lnTo>
                    <a:cubicBezTo>
                      <a:pt x="17279" y="13367"/>
                      <a:pt x="17637" y="12497"/>
                      <a:pt x="17845" y="11584"/>
                    </a:cubicBezTo>
                    <a:lnTo>
                      <a:pt x="18844" y="11352"/>
                    </a:lnTo>
                    <a:cubicBezTo>
                      <a:pt x="19097" y="11289"/>
                      <a:pt x="19275" y="11063"/>
                      <a:pt x="19275" y="10804"/>
                    </a:cubicBezTo>
                    <a:lnTo>
                      <a:pt x="19275" y="8546"/>
                    </a:lnTo>
                    <a:cubicBezTo>
                      <a:pt x="19275" y="8287"/>
                      <a:pt x="19097" y="8061"/>
                      <a:pt x="18847" y="7998"/>
                    </a:cubicBezTo>
                    <a:lnTo>
                      <a:pt x="17848" y="7766"/>
                    </a:lnTo>
                    <a:cubicBezTo>
                      <a:pt x="17640" y="6854"/>
                      <a:pt x="17279" y="5983"/>
                      <a:pt x="16782" y="5188"/>
                    </a:cubicBezTo>
                    <a:lnTo>
                      <a:pt x="17273" y="4375"/>
                    </a:lnTo>
                    <a:cubicBezTo>
                      <a:pt x="17405" y="4153"/>
                      <a:pt x="17369" y="3869"/>
                      <a:pt x="17188" y="3686"/>
                    </a:cubicBezTo>
                    <a:lnTo>
                      <a:pt x="15589" y="2090"/>
                    </a:lnTo>
                    <a:cubicBezTo>
                      <a:pt x="15480" y="1980"/>
                      <a:pt x="15335" y="1923"/>
                      <a:pt x="15188" y="1923"/>
                    </a:cubicBezTo>
                    <a:cubicBezTo>
                      <a:pt x="15089" y="1923"/>
                      <a:pt x="14989" y="1949"/>
                      <a:pt x="14900" y="2002"/>
                    </a:cubicBezTo>
                    <a:lnTo>
                      <a:pt x="14087" y="2493"/>
                    </a:lnTo>
                    <a:cubicBezTo>
                      <a:pt x="13292" y="1996"/>
                      <a:pt x="12421" y="1635"/>
                      <a:pt x="11509" y="1427"/>
                    </a:cubicBezTo>
                    <a:lnTo>
                      <a:pt x="11277" y="428"/>
                    </a:lnTo>
                    <a:cubicBezTo>
                      <a:pt x="11217" y="178"/>
                      <a:pt x="10988" y="0"/>
                      <a:pt x="107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59000">
                    <a:srgbClr val="FF5D24">
                      <a:alpha val="84706"/>
                    </a:srgbClr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>
                <a:off x="5238047" y="2752881"/>
                <a:ext cx="115271" cy="110868"/>
              </a:xfrm>
              <a:custGeom>
                <a:rect b="b" l="l" r="r" t="t"/>
                <a:pathLst>
                  <a:path extrusionOk="0" h="7905" w="8219">
                    <a:moveTo>
                      <a:pt x="4265" y="1129"/>
                    </a:moveTo>
                    <a:cubicBezTo>
                      <a:pt x="4629" y="1129"/>
                      <a:pt x="4996" y="1199"/>
                      <a:pt x="5346" y="1343"/>
                    </a:cubicBezTo>
                    <a:cubicBezTo>
                      <a:pt x="6400" y="1780"/>
                      <a:pt x="7089" y="2810"/>
                      <a:pt x="7089" y="3954"/>
                    </a:cubicBezTo>
                    <a:cubicBezTo>
                      <a:pt x="7086" y="5511"/>
                      <a:pt x="5825" y="6773"/>
                      <a:pt x="4265" y="6776"/>
                    </a:cubicBezTo>
                    <a:cubicBezTo>
                      <a:pt x="3124" y="6776"/>
                      <a:pt x="2094" y="6089"/>
                      <a:pt x="1657" y="5032"/>
                    </a:cubicBezTo>
                    <a:cubicBezTo>
                      <a:pt x="1221" y="3978"/>
                      <a:pt x="1461" y="2765"/>
                      <a:pt x="2268" y="1958"/>
                    </a:cubicBezTo>
                    <a:cubicBezTo>
                      <a:pt x="2808" y="1416"/>
                      <a:pt x="3530" y="1129"/>
                      <a:pt x="4265" y="1129"/>
                    </a:cubicBezTo>
                    <a:close/>
                    <a:moveTo>
                      <a:pt x="4265" y="0"/>
                    </a:moveTo>
                    <a:cubicBezTo>
                      <a:pt x="2666" y="0"/>
                      <a:pt x="1227" y="964"/>
                      <a:pt x="612" y="2440"/>
                    </a:cubicBezTo>
                    <a:cubicBezTo>
                      <a:pt x="1" y="3918"/>
                      <a:pt x="341" y="5616"/>
                      <a:pt x="1470" y="6749"/>
                    </a:cubicBezTo>
                    <a:cubicBezTo>
                      <a:pt x="2226" y="7504"/>
                      <a:pt x="3237" y="7905"/>
                      <a:pt x="4265" y="7905"/>
                    </a:cubicBezTo>
                    <a:cubicBezTo>
                      <a:pt x="4774" y="7905"/>
                      <a:pt x="5288" y="7806"/>
                      <a:pt x="5777" y="7604"/>
                    </a:cubicBezTo>
                    <a:cubicBezTo>
                      <a:pt x="7255" y="6993"/>
                      <a:pt x="8219" y="5550"/>
                      <a:pt x="8219" y="3954"/>
                    </a:cubicBezTo>
                    <a:cubicBezTo>
                      <a:pt x="8216" y="1771"/>
                      <a:pt x="6448" y="3"/>
                      <a:pt x="42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46" name="Google Shape;146;p19"/>
          <p:cNvSpPr txBox="1"/>
          <p:nvPr/>
        </p:nvSpPr>
        <p:spPr>
          <a:xfrm>
            <a:off x="347125" y="3153825"/>
            <a:ext cx="4478100" cy="7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{{experiences}}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photo_consultant"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9100"/>
            <a:ext cx="1591250" cy="15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>
            <a:off x="4971475" y="6259700"/>
            <a:ext cx="23286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{{si}}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4971475" y="5349676"/>
            <a:ext cx="23286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LANGUES</a:t>
            </a:r>
            <a:endParaRPr b="1"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{{langues}}</a:t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QUE-SIMPLIFIE-LOGICLEVER-2025">
  <a:themeElements>
    <a:clrScheme name="Personnalisé 2">
      <a:dk1>
        <a:srgbClr val="000000"/>
      </a:dk1>
      <a:lt1>
        <a:srgbClr val="FFFFFF"/>
      </a:lt1>
      <a:dk2>
        <a:srgbClr val="FF5D24"/>
      </a:dk2>
      <a:lt2>
        <a:srgbClr val="1F2ADE"/>
      </a:lt2>
      <a:accent1>
        <a:srgbClr val="FCE762"/>
      </a:accent1>
      <a:accent2>
        <a:srgbClr val="0B998B"/>
      </a:accent2>
      <a:accent3>
        <a:srgbClr val="EAB6CA"/>
      </a:accent3>
      <a:accent4>
        <a:srgbClr val="AAFAC8"/>
      </a:accent4>
      <a:accent5>
        <a:srgbClr val="8C1C13"/>
      </a:accent5>
      <a:accent6>
        <a:srgbClr val="9094E8"/>
      </a:accent6>
      <a:hlink>
        <a:srgbClr val="1F2ADE"/>
      </a:hlink>
      <a:folHlink>
        <a:srgbClr val="A3A3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